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Web paraRegressão Simbólica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Autor: Gustavo Teodoro Bauke</a:t>
            </a:r>
          </a:p>
          <a:p>
            <a:pPr>
              <a:defRPr sz="2200"/>
            </a:pPr>
            <a:r>
              <a:t>Orientador: Prof. Dr. Fabrício Olivetti de França</a:t>
            </a:r>
          </a:p>
          <a:p>
            <a:pPr>
              <a:defRPr sz="2200"/>
            </a:pPr>
            <a:r>
              <a:t>Ano: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Paradigma da Caixa-Preta na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Modelos modernos (como Redes Neurais e LLMs) atingem alta precisão preditiva, mas carecem de interpretabilidade para validar leis da física ou explicar decisões críticas.</a:t>
            </a:r>
          </a:p>
          <a:p>
            <a:pPr lvl="1">
              <a:defRPr sz="2000"/>
            </a:pPr>
            <a:r>
              <a:t>Falta de Interpretabilidade: É extremamente difícil auditar o raciocínio interno ou justificar o porquê de uma previsão (Ex: diagnóstico médico).</a:t>
            </a:r>
          </a:p>
          <a:p>
            <a:pPr lvl="1">
              <a:defRPr sz="2000"/>
            </a:pPr>
            <a:r>
              <a:t>Barreira Científica: Nas ciências exatas, um modelo precisa ser transparente, e não apenas entregar "bons palpites" cegos.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Regressão Simbólica (SR)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Regressão Simbólica surge na área de IA evolutiva como a solução ideal para criar Modelos transparentes.</a:t>
            </a:r>
          </a:p>
          <a:p>
            <a:pPr lvl="1">
              <a:defRPr sz="2000"/>
            </a:pPr>
            <a:r>
              <a:t>Ao invés de apenas se ocupar em fazer predições, a SR busca evoluir e deduzir a equação matemática explícita f(x) por trás dos dados.</a:t>
            </a:r>
          </a:p>
          <a:p>
            <a:pPr lvl="1">
              <a:defRPr sz="2000"/>
            </a:pPr>
            <a:r>
              <a:t>Realiza uma busca livre e simultânea pela estrutura da equação matemática e pelos seus respectivos parâmetros numéricos, superando as limitações para a ciência das regressões polinomiais engessadas.</a:t>
            </a:r>
          </a:p>
          <a:p>
            <a:pPr lvl="1">
              <a:defRPr sz="2000"/>
            </a:pPr>
            <a:r>
              <a:t>Com a fórmula exposta em árvores (ASTs), os especialistas humanos podem analisar o resultado e corrigir falhas no modelo.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1. População Inicial: Um conjunto de indivíduos contendo árvores sintáticas (AST) é inicializado e sua aptidão de validação avaliada (ex. MSE).</a:t>
            </a:r>
          </a:p>
        </p:txBody>
      </p:sp>
      <p:pic>
        <p:nvPicPr>
          <p:cNvPr id="4" name="Picture 3" descr="ga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2. Seleção: Os indivíduos que apresentam os melhores resultados de aptidão e menor número de nós (parcimônia) são selecionados para cruzamento.</a:t>
            </a:r>
          </a:p>
        </p:txBody>
      </p:sp>
      <p:pic>
        <p:nvPicPr>
          <p:cNvPr id="4" name="Picture 3" descr="ga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3. Reprodução: As ramificações selecionadas sofrem operações genéticas (Cruzamento de nós estruturais ou Mutação probabilística).</a:t>
            </a:r>
          </a:p>
        </p:txBody>
      </p:sp>
      <p:pic>
        <p:nvPicPr>
          <p:cNvPr id="4" name="Picture 3" descr="ga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Fluxo do Algoritmo Genético - 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4. Nova Geração: Pela estratégia de Elitismo, parcelas altamente viáveis são preservadas, enquanto as novas descendências substituem o restante populacional.</a:t>
            </a:r>
          </a:p>
        </p:txBody>
      </p:sp>
      <p:pic>
        <p:nvPicPr>
          <p:cNvPr id="4" name="Picture 3" descr="ga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259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Preço da Interpretabilidade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Apesar de seus imensos benefícios, a Regressão Simbólica ainda não domina o mercado devido ao seu altíssimo custo computacional de treinamento:</a:t>
            </a:r>
          </a:p>
          <a:p>
            <a:pPr>
              <a:defRPr sz="2200"/>
            </a:pPr>
            <a:r>
              <a:t>O elevado número de expressões sintáticas geradas pelos operadores de mutação cresce de forma exponencial a cada geração evolutiva.</a:t>
            </a:r>
          </a:p>
          <a:p>
            <a:pPr>
              <a:defRPr sz="2200"/>
            </a:pPr>
            <a:r>
              <a:t>O modelo acaba processando infinitas fórmulas com aparências diferentes, mas que matematicamente dizem a mesma coisa (ex: x + x e 2 \cdot x).</a:t>
            </a:r>
          </a:p>
          <a:p>
            <a:pPr>
              <a:defRPr sz="2200"/>
            </a:pPr>
            <a:r>
              <a:t>O custo repetitivo de calcular a aptidão esgota rapidamente a viabilidade de execução em recursos computacionais limitados.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Grafos de Igualdade (E-graphs)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Estruturas de dados matemáticas capazes de armazenar e compactar múltiplas expressões equivalentes de forma altamente eficiente.</a:t>
            </a:r>
          </a:p>
          <a:p>
            <a:pPr lvl="1">
              <a:defRPr sz="2000"/>
            </a:pPr>
            <a:r>
              <a:t>Classes de Equivalência (e-classes): Conjuntos de expressões logicamente equivalentes são agrupados em nós compartilhados (e-nodes).</a:t>
            </a:r>
          </a:p>
          <a:p>
            <a:pPr lvl="1">
              <a:defRPr sz="2000"/>
            </a:pPr>
            <a:r>
              <a:t>Saturação de Igualdade: O processo de aplicar regras de reescrita contínuas para explorar e agrupar representações matemáticas.</a:t>
            </a:r>
          </a:p>
          <a:p>
            <a:pPr>
              <a:defRPr sz="2200"/>
            </a:pPr>
            <a:r>
              <a:t>O eggp é o único algoritmo de regressão simbólica capaz de executar as operações de mutação e cruzamento genético de forma otimizada diretamente na estrutura dos grafos de igualdade, minimizando redundâncias estruturais e economizando drasticamente alocação de memória na busca.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Compressão Estrutural Massiva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Na prática, as regras algébricas do E-graph agrupam milhares de e-classes, criando uma teia altamente densa capaz de representar infinitas equações.</a:t>
            </a:r>
          </a:p>
          <a:p>
            <a:pPr>
              <a:defRPr sz="2200"/>
            </a:pPr>
            <a:r>
              <a:t>Raio-x topológico de um E-graph após rodar o treinamento.</a:t>
            </a:r>
          </a:p>
        </p:txBody>
      </p:sp>
      <p:pic>
        <p:nvPicPr>
          <p:cNvPr id="4" name="Picture 3" descr="e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375563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1. Inclusão: Expressões matemáticas base como x * 2 e x + x são instanciadas, formando e-classes independentes.</a:t>
            </a:r>
          </a:p>
        </p:txBody>
      </p:sp>
      <p:pic>
        <p:nvPicPr>
          <p:cNvPr id="4" name="Picture 3" descr="egraph_step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80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2. Reescrita: As regras de reescrita são aplicadas, conectando e-classes distintas com base em equivalências matemáticas (ex. a * 2 = a + a).</a:t>
            </a:r>
          </a:p>
        </p:txBody>
      </p:sp>
      <p:pic>
        <p:nvPicPr>
          <p:cNvPr id="4" name="Picture 3" descr="egraph_step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80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3. Saturação de Igualdade: As equivalências sofrem fusão, englobando os e-nodes em uma única estrutura representacional.</a:t>
            </a:r>
          </a:p>
        </p:txBody>
      </p:sp>
      <p:pic>
        <p:nvPicPr>
          <p:cNvPr id="4" name="Picture 3" descr="egraph_step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11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Dinâmica Interativa dos E-graphs - Etapa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400"/>
            </a:pPr>
            <a:r>
              <a:t>4. Extração: Durante a inferência, a árvore sintática é inspecionada para retornar a rota representacional mais parcimoniosa do grafo.</a:t>
            </a:r>
          </a:p>
        </p:txBody>
      </p:sp>
      <p:pic>
        <p:nvPicPr>
          <p:cNvPr id="4" name="Picture 3" descr="egraph_step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743200"/>
            <a:ext cx="7315200" cy="2781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Barreiras das Ferramentas Atuais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Softwares atuais de SR (como TuringBot e HeuristicLab) ainda sofrem com problemas cruciais:</a:t>
            </a:r>
          </a:p>
          <a:p>
            <a:pPr lvl="1">
              <a:defRPr sz="2000"/>
            </a:pPr>
            <a:r>
              <a:t>Peso Local: Forçam que o computador do usuário (com CPU e bateria normais) sustente sozinho toda a carga computacional do cálculo da evolução.</a:t>
            </a:r>
          </a:p>
          <a:p>
            <a:pPr lvl="1">
              <a:defRPr sz="2000"/>
            </a:pPr>
            <a:r>
              <a:t>Analista Passivo: Essas ferramentas geralmente retornam um conjunto restrito de alternativas. Isso priva o analista de navegar ativamente pelo E-graph para garimpar e consultar expressões por meio de regras personalizadas.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Solução: Plataforma Spectrum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Criamos uma ferramenta nativa Web e em Nuvem dedicada a resolver todos os problemas de usabilidade da pesquisa em Regressão Simbólica.</a:t>
            </a:r>
          </a:p>
          <a:p>
            <a:pPr lvl="1">
              <a:defRPr sz="2000"/>
            </a:pPr>
            <a:r>
              <a:t>O processamento massivo ocorre invisível na nuvem, poupando a máquina do usuário final de travamentos.</a:t>
            </a:r>
          </a:p>
          <a:p>
            <a:pPr lvl="1">
              <a:defRPr sz="2000"/>
            </a:pPr>
            <a:r>
              <a:t>Centraliza 100% da operação num ambiente amigável: do momento de subir a tabela de dados até a geração do relatório visual conclusivo.</a:t>
            </a:r>
          </a:p>
        </p:txBody>
      </p:sp>
      <p:pic>
        <p:nvPicPr>
          <p:cNvPr id="4" name="Picture 3" descr="profile_aber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2443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Domain-Driven Design (A Arquitetura)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arquitetura do sistema segue os princípios do Domain-Driven Design (DDD), garantindo o isolamento da regra de negócio. Os principais domínios são:</a:t>
            </a:r>
          </a:p>
          <a:p>
            <a:pPr lvl="1">
              <a:defRPr sz="2000"/>
            </a:pPr>
            <a:r>
              <a:t>Authentication: Regras de login e segurança de credenciais para os pesquisadores.</a:t>
            </a:r>
          </a:p>
          <a:p>
            <a:pPr lvl="1">
              <a:defRPr sz="2000"/>
            </a:pPr>
            <a:r>
              <a:t>Workspace: Gestão e isolamento das pastas, tabelas de dados brutos e rascunhos individuais de cada usuário.</a:t>
            </a:r>
          </a:p>
          <a:p>
            <a:pPr lvl="1">
              <a:defRPr sz="2000"/>
            </a:pPr>
            <a:r>
              <a:t>Training: Coordena o envio das execuções de Inteligência Artificial para as filas na nuvem garantindo não travar a Web.</a:t>
            </a:r>
          </a:p>
          <a:p>
            <a:pPr lvl="1">
              <a:defRPr sz="2000"/>
            </a:pPr>
            <a:r>
              <a:t>Inference: O módulo que analisa o grafo já processado e exibe em tabelas os melhores resultados matemáticos garimpados.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Entidades Principais (1/2)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Todo o fluxo de uso roda em cima de entidades centrais claras mapeadas dentro do banco de dados do sistema:</a:t>
            </a:r>
          </a:p>
          <a:p>
            <a:pPr lvl="1">
              <a:defRPr sz="2000"/>
            </a:pPr>
            <a:r>
              <a:t>User: A identidade central do pesquisador, responsável pela autenticação e controle de acesso.</a:t>
            </a:r>
          </a:p>
          <a:p>
            <a:pPr lvl="1">
              <a:defRPr sz="2000"/>
            </a:pPr>
            <a:r>
              <a:t>Dataset: Abstração lógica que armazena os metadados e as referências diretas aos arquivos CSV experimentais.</a:t>
            </a:r>
          </a:p>
          <a:p>
            <a:pPr lvl="1">
              <a:defRPr sz="2000"/>
            </a:pPr>
            <a:r>
              <a:t>Profile: Espaço de trabalho personalizado no editor que organiza os datasets importados, modelos gerados e blocos modulares.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Entidades Principais (2/2)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Continuação das entidades encarregadas pelo processamento lógico distribuído na nuvem:</a:t>
            </a:r>
          </a:p>
          <a:p>
            <a:pPr lvl="1">
              <a:defRPr sz="2000"/>
            </a:pPr>
            <a:r>
              <a:t>Job: Configuração que encapsula e armazena os meta-parâmetros do algoritmo genético estipulados para a execução do treinamento.</a:t>
            </a:r>
          </a:p>
          <a:p>
            <a:pPr lvl="1">
              <a:defRPr sz="2000"/>
            </a:pPr>
            <a:r>
              <a:t>Model (E-graph Dump): Abstração do modelo persistido gerado após o término de um Job. Contém referências para a visualização da Fronteira de Pareto.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Linguagem IQL (Inference Query Language)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Inference Query Language (IQL) é uma linguagem declarativa desenvolvida para a prospecção ativa de resultados.</a:t>
            </a:r>
          </a:p>
          <a:p>
            <a:pPr>
              <a:defRPr sz="2200"/>
            </a:pPr>
            <a:r>
              <a:t>Com sintaxe estrutural análoga à linguagem SQL, a IQL foi proposta para realizar buscas e filtragens condicionais sobre os e-graphs gerados durante o treinamento.</a:t>
            </a:r>
          </a:p>
          <a:p>
            <a:pPr lvl="1">
              <a:defRPr sz="2000"/>
            </a:pPr>
            <a:r>
              <a:t>Possibilita consultas diretas baseadas no limite de erro numérico e tamanho final das árvores.</a:t>
            </a:r>
          </a:p>
          <a:p>
            <a:pPr lvl="1">
              <a:defRPr sz="2000"/>
            </a:pPr>
            <a:r>
              <a:t>Atua em conjunto à biblioteca rEGGression para casamentos de padrões simbólicos.</a:t>
            </a:r>
          </a:p>
          <a:p>
            <a:pPr lvl="1">
              <a:defRPr sz="2000"/>
            </a:pPr>
            <a:r>
              <a:t>Permite extrair a expressão ótima adequada sem depender da resposta isolada arbitrária de uma ferramenta fechada.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Sintaxe da Exploração Ativa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IQL permite que o pesquisador crie regras de filtragem para formular buscas estruturadas e detalhadas:</a:t>
            </a:r>
          </a:p>
          <a:p>
            <a:pPr>
              <a:defRPr sz="2200"/>
            </a:pPr>
            <a:r>
              <a:t>SELECT TOP 5 expression, fitness, size FROM egraph_gravitacional WHERE size &lt;= 15 AND fitness &lt; 0.05 PATTERN IS LIKE sin(v0) * v1;</a:t>
            </a:r>
          </a:p>
          <a:p>
            <a:pPr lvl="1">
              <a:defRPr sz="2000"/>
            </a:pPr>
            <a:r>
              <a:t>Filtragem Estrutural (Pattern): A diretiva `PATTERN` permite a extração condicional de expressões limitando-as rigorosamente pela correspondência morfológica.</a:t>
            </a:r>
          </a:p>
          <a:p>
            <a:pPr lvl="1">
              <a:defRPr sz="2000"/>
            </a:pPr>
            <a:r>
              <a:t>Avaliação Contínua: Comunicação Server Side Events (SSE) renderiza a extração parcial das equações conforme o servidor as obtém.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Pipeline de Execução da IQL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execução das consultas IQL roda em um interpretador e compilador próprio (Parser) construído do zero na plataforma:</a:t>
            </a:r>
          </a:p>
          <a:p>
            <a:pPr lvl="1">
              <a:defRPr sz="2000"/>
            </a:pPr>
            <a:r>
              <a:t>Análise Léxica (Tokenização): Converte a consulta textual em tokens validando a sintaxe e a semântica de forma robusta.</a:t>
            </a:r>
          </a:p>
          <a:p>
            <a:pPr lvl="1">
              <a:defRPr sz="2000"/>
            </a:pPr>
            <a:r>
              <a:t>Análise Sintática (Pratt Parser): Transforma os tokens em uma Árvore de Sintaxe Abstrata (AST) representativa da própria consulta do usuário.</a:t>
            </a:r>
          </a:p>
          <a:p>
            <a:pPr lvl="1">
              <a:defRPr sz="2000"/>
            </a:pPr>
            <a:r>
              <a:t>Integração Nativa: O motor executa a AST compilada diretamente contra o e-graph carregado em memória, garantindo altíssimo desempenho na extração massiva.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Casamento de Padrões (Pattern Matching)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O verdadeiro poder da IQL reside na sua integração com algoritmos de Pattern Matching aplicados em grafos.</a:t>
            </a:r>
          </a:p>
          <a:p>
            <a:pPr lvl="1">
              <a:defRPr sz="2000"/>
            </a:pPr>
            <a:r>
              <a:t>A diretiva PATTERN IS LIKE instrui o motor a varrer o e-graph procurando equações que respeitem um esqueleto matemático específico (ex: sin(v0) * v1).</a:t>
            </a:r>
          </a:p>
          <a:p>
            <a:pPr lvl="1">
              <a:defRPr sz="2000"/>
            </a:pPr>
            <a:r>
              <a:t>Garante que as expressões extraídas façam total sentido para as regras de negócio ou físicas do especialista, injetando conhecimento humano na filtragem.</a:t>
            </a:r>
          </a:p>
          <a:p>
            <a:pPr>
              <a:defRPr sz="2200"/>
            </a:pPr>
            <a:r>
              <a:t>"A capacidade de filtrar expressões que respeitem características estruturais pré-estabelecidas torna o processo alinhado aos conhecimentos prévios do especialista de domínio."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Exploração e Filtros Avançados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 sintaxe da IQL foi desenhada para expandir o potencial de filtragem além da simples morfologia da equação.</a:t>
            </a:r>
          </a:p>
          <a:p>
            <a:pPr lvl="1">
              <a:defRPr sz="2000"/>
            </a:pPr>
            <a:r>
              <a:t>É possível definir limiares complexos combinando os metadados agregados aos E-nodes, avaliando instantaneamente as alternativas de sub-expressões que habitam a estrutura.</a:t>
            </a:r>
          </a:p>
        </p:txBody>
      </p:sp>
      <p:pic>
        <p:nvPicPr>
          <p:cNvPr id="4" name="Picture 3" descr="advanced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13629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Interface de Perfis e Blocos Modulares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O ambiente de trabalho unifica a extração analítica através da organização da visualização em blocos modulares.</a:t>
            </a:r>
          </a:p>
          <a:p>
            <a:pPr lvl="1">
              <a:defRPr sz="2000"/>
            </a:pPr>
            <a:r>
              <a:t>Blocos IQL: Componentes executáveis que acolhem as consultas estruturadas pelo pesquisador.</a:t>
            </a:r>
          </a:p>
          <a:p>
            <a:pPr lvl="1">
              <a:defRPr sz="2000"/>
            </a:pPr>
            <a:r>
              <a:t>Blocos Markdown: Área textual baseada na linguagem Markdown, utilizada para formatar redações e relatar a justificativa científica das expressões obtidas.</a:t>
            </a:r>
          </a:p>
        </p:txBody>
      </p:sp>
      <p:pic>
        <p:nvPicPr>
          <p:cNvPr id="4" name="Picture 3" descr="inference_block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5379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Gestão de Datasets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Espaços de Trabalho Limpos: Todo projeto novo começa num Workspace segregado, mantendo a tela organizada.</a:t>
            </a:r>
          </a:p>
          <a:p>
            <a:pPr lvl="1">
              <a:defRPr sz="2000"/>
            </a:pPr>
            <a:r>
              <a:t>Pipeline de Dados Integrado: A abstração permite conduzir o envio dos dados, verificação morfológica e inicialização preditiva.</a:t>
            </a:r>
          </a:p>
          <a:p>
            <a:pPr lvl="1">
              <a:defRPr sz="2000"/>
            </a:pPr>
            <a:r>
              <a:t>Garantia Pré-Treino: O sistema abre uma visão da tabela final carregada, deixando o pesquisador conferir visualmente se os dados batem.</a:t>
            </a:r>
          </a:p>
        </p:txBody>
      </p:sp>
      <p:pic>
        <p:nvPicPr>
          <p:cNvPr id="4" name="Picture 3" descr="upload_data_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70033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Submissão de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criação de modelos de regressão é plenamente configurável por meio da interface gráfica.</a:t>
            </a:r>
          </a:p>
          <a:p>
            <a:pPr lvl="1">
              <a:defRPr sz="2000"/>
            </a:pPr>
            <a:r>
              <a:t>Configuração de Parâmetros: Área dedicada à definição das variáveis estipuladas ao treinamento.</a:t>
            </a:r>
          </a:p>
          <a:p>
            <a:pPr lvl="1">
              <a:defRPr sz="2000"/>
            </a:pPr>
            <a:r>
              <a:t>Execução Distribuída: A carga computacional é despachada por meio de um broker de filas, garantindo execução isolada em Workers, liberando a interface.</a:t>
            </a:r>
          </a:p>
        </p:txBody>
      </p:sp>
      <p:pic>
        <p:nvPicPr>
          <p:cNvPr id="4" name="Picture 3" descr="add_job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76570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Funcionalidades: Avaliação Multiobjetivo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A Avaliação Multiobjetivo auxilia a seleção do modelo, viabilizando o balanço de métricas conflitantes.</a:t>
            </a:r>
          </a:p>
          <a:p>
            <a:pPr lvl="1">
              <a:defRPr sz="2000"/>
            </a:pPr>
            <a:r>
              <a:t>Fronteira de Pareto: O módulo plota um gráfico em duas dimensões explicitando as equações com base na Precisão vs Complexidade.</a:t>
            </a:r>
          </a:p>
          <a:p>
            <a:pPr lvl="1">
              <a:defRPr sz="2000"/>
            </a:pPr>
            <a:r>
              <a:t>Seleção Intuitiva: Permite ao usuário interagir visualmente com a distribuição populacional, facilitando a escolha da expressão.</a:t>
            </a:r>
          </a:p>
        </p:txBody>
      </p:sp>
      <p:pic>
        <p:nvPicPr>
          <p:cNvPr id="4" name="Picture 3" descr="model_metrics_par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31760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Análise Comparativa de Modelos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Além da Fronteira de Pareto, o ambiente gráfico fornece painéis detalhados de validação lado a lado.</a:t>
            </a:r>
          </a:p>
          <a:p>
            <a:pPr lvl="1">
              <a:defRPr sz="2000"/>
            </a:pPr>
            <a:r>
              <a:t>O pesquisador ganha o poder de cruzar métricas de teste adicionais, validando a robustez dos modelos candidatos antes da sua exportação oficial, tudo no próprio navegador.</a:t>
            </a:r>
          </a:p>
        </p:txBody>
      </p:sp>
      <p:pic>
        <p:nvPicPr>
          <p:cNvPr id="4" name="Picture 3" descr="model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828800"/>
            <a:ext cx="4572000" cy="291051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Comparação Analítica de Plataformas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/>
            </a:pPr>
            <a:r>
              <a:t>Comparação de funcionalidades essenciais para pesquisa em Regressão Simbólica.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A arquitetura distribuída do Spectrum provou que a transição de cargas pesadas para uma execução via filas destrava o treinamento exaustivo sem consumir o maquinário local do analista.</a:t>
            </a:r>
          </a:p>
          <a:p>
            <a:pPr lvl="1">
              <a:defRPr sz="2000"/>
            </a:pPr>
            <a:r>
              <a:t>A linguagem estruturada IQL quebra o modelo de observação estática de outras ferramentas, permitindo ao cientista a prospecção e extração guiada de regras específicas imersas nos e-graphs.</a:t>
            </a:r>
          </a:p>
          <a:p>
            <a:pPr lvl="1">
              <a:defRPr sz="2000"/>
            </a:pPr>
            <a:r>
              <a:t>Centralizar as visualizações otimizadas acopladas ao redator acadêmico agilizou com eficiência os fluxos metodológicos.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Trabalhos Futuros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>
              <a:defRPr sz="2000"/>
            </a:pPr>
            <a:r>
              <a:t>Resiliência de Rede: Implantar o padrão arquitetural estrito no código do backend para garantir que nenhum processo se perca.</a:t>
            </a:r>
          </a:p>
          <a:p>
            <a:pPr lvl="1">
              <a:defRPr sz="2000"/>
            </a:pPr>
            <a:r>
              <a:t>Suporte Estendido: Possibilitar a integração opcional da camada de treinamento para interligar as execuções IQL aos motores otimizados em C++ (ex. PySR).</a:t>
            </a:r>
          </a:p>
          <a:p>
            <a:pPr lvl="1">
              <a:defRPr sz="2000"/>
            </a:pPr>
            <a:r>
              <a:t>Tipagens Textuais Avançadas: Expandir o processador de dados para abranger e validar representações em texto, provindas da computação através de embeddings numéricos.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Perguntas?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